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 NO SABES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PIERDES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TIEMPO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automatices nada.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ganar claridad operativa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 usar la IA sin tirar dinero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Sabrina Fadda — WorkLess Studio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0" y="1371600"/>
            <a:ext cx="304495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dirty="0">
                <a:solidFill>
                  <a:srgbClr val="1E2761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Quién soy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Sabrina Fadda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Intervengo en caos operativo y recupero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15–30% de eficiencia en 4–6 meses.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Alibaba 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internacionales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ProntoPro / ShopFully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scaling en startups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Deloitte / EY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&amp; auditoría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109728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5486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hago hoy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13716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COO para empresas en crecimiento.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organizativa, unit economics,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0" y="2926080"/>
            <a:ext cx="5943600" cy="2743200"/>
          </a:xfrm>
          <a:prstGeom prst="roundRect">
            <a:avLst>
              <a:gd name="adj" fmla="val 5000"/>
            </a:avLst>
          </a:prstGeom>
          <a:solidFill>
            <a:srgbClr val="F5F2EE"/>
          </a:solidFill>
          <a:ln/>
        </p:spPr>
      </p:sp>
      <p:sp>
        <p:nvSpPr>
          <p:cNvPr id="16" name="Shape 14"/>
          <p:cNvSpPr/>
          <p:nvPr/>
        </p:nvSpPr>
        <p:spPr>
          <a:xfrm>
            <a:off x="5303520" y="2926080"/>
            <a:ext cx="59436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3200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¿Y hoy por qué estoy aquí?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77840" y="3840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los patrones que veo siempre: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que gastan miles de euros en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sin saber dónde pierden tiempo.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4937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os doy herramientas prácticas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evitar ese error.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0352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s.fadda@workless.studio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 real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FFF0F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os dicen: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"¡Automatiza todo!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¡Compra herramientas!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¡La IA lo resuelve!"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43891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nadie os pregunta DÓNDE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estáis perdiendo tiempo.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F0F4FF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veo en cada empresa: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sé cuánto tiempo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pierdo en admin."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36576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lo dicen. Y sin ese dato, cualquier decisión sobre herramientas es a ciegas.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0" y="48463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Primero claridad. Después tecnología.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6126480"/>
            <a:ext cx="1069848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automatizas un proceso roto, solo obtienes caos más rápido.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¿Cuánto vale 1 hora de tu tiempo?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Piénsalo. Escribe tu número. €____/hora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291840" cy="3474720"/>
          </a:xfrm>
          <a:prstGeom prst="roundRect">
            <a:avLst>
              <a:gd name="adj" fmla="val 4167"/>
            </a:avLst>
          </a:prstGeom>
          <a:solidFill>
            <a:srgbClr val="F5F2E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11680"/>
            <a:ext cx="329184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86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Horas de CREACIÓN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??h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estrategia,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producto, networking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tu negocio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011680"/>
            <a:ext cx="3291840" cy="3474720"/>
          </a:xfrm>
          <a:prstGeom prst="roundRect">
            <a:avLst>
              <a:gd name="adj" fmla="val 4167"/>
            </a:avLst>
          </a:prstGeom>
          <a:solidFill>
            <a:srgbClr val="F5F2EE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011680"/>
            <a:ext cx="329184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286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Horas de GESTIÓN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926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5-10h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3657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llamadas, admin,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facturas, cobros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Necesario, pero ¿lo haces tú?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011680"/>
            <a:ext cx="3291840" cy="3474720"/>
          </a:xfrm>
          <a:prstGeom prst="roundRect">
            <a:avLst>
              <a:gd name="adj" fmla="val 4167"/>
            </a:avLst>
          </a:prstGeom>
          <a:solidFill>
            <a:srgbClr val="F5F2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2011680"/>
            <a:ext cx="329184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286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Horas de PROBLEMAS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2926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3-5h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321040" y="3657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Cambios, quejas,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retrabajos, errores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se esconde el caos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576072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5806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cobras €50/hora  ×  8 horas de gestión/problemas  =  €400/semana  =  €1.600/mes en tareas que NO necesitan tu cerebro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TURNO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Auditoría de Tiempo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5 actividades que repites cada semana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TIEMPO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926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minutos cada una? Sé honesta.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4023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€/HORA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4023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Multiplica: horas × tu tarifa = dinero que estás perdiendo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51206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120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5120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74720" y="5120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¿Necesita MI creatividad? Sí o No.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12480" y="1828800"/>
            <a:ext cx="3200400" cy="4114800"/>
          </a:xfrm>
          <a:prstGeom prst="roundRect">
            <a:avLst>
              <a:gd name="adj" fmla="val 4286"/>
            </a:avLst>
          </a:prstGeom>
          <a:solidFill>
            <a:srgbClr val="F5F2EE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2103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📋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686800" y="3200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plantilla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te comparto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0" y="4389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honesta.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943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 5 MIN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Tips prácticos: cómo usar ChatGPT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Cosas que podéis hacer hoy mismo — os enseño en directo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291840" cy="4114800"/>
          </a:xfrm>
          <a:prstGeom prst="roundRect">
            <a:avLst>
              <a:gd name="adj" fmla="val 4167"/>
            </a:avLst>
          </a:prstGeom>
          <a:solidFill>
            <a:srgbClr val="F5F2E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329184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Comparar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2 presupuestos → tabla comparativa automática. Ideal para proveedores.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30-45 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5120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Ahora: 30 seg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291840" cy="4114800"/>
          </a:xfrm>
          <a:prstGeom prst="roundRect">
            <a:avLst>
              <a:gd name="adj" fmla="val 4167"/>
            </a:avLst>
          </a:prstGeom>
          <a:solidFill>
            <a:srgbClr val="F5F2EE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2011680"/>
            <a:ext cx="329184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286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Traducir +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responder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2918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un email en otro idioma → resumen + borrador de respuesta profesional.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15-20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5120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Ahora: 20 seg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291840" cy="4114800"/>
          </a:xfrm>
          <a:prstGeom prst="roundRect">
            <a:avLst>
              <a:gd name="adj" fmla="val 4167"/>
            </a:avLst>
          </a:prstGeom>
          <a:solidFill>
            <a:srgbClr val="F5F2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0" y="2011680"/>
            <a:ext cx="329184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286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Triaje de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bandeja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32918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emails → categorizados por urgencia con acciones y fechas extraídas.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20-30 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5120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Ahora: 60 seg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es secundaria. Lo importante es saber QUÉ pedirle.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Método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entender. Después optimizar.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96167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RASTREA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lo que haces de verdad.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 que crees que haces.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matan las suposiciones.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9E795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38912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CLASIFICA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89120" y="39319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¿Creatividad sí o no?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¿Tiempo alto o bajo?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tareas caras sin creatividad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tu zona de oro.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97BC62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04672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046720" y="39319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Arregla el proceso primero.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Después, y solo después,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la herramienta adecuada.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8888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58952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8888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¿Quieres hacerlo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 tu negocio?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operativo 1:1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horas — presencial o remoto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+ una persona de tu equipo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curso de herramientas.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análisis que hago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entro en una empresa.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0" y="731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€500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66928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única — después eres independiente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hacemos juntas: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3291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Diagnóstico de tu operativa: dónde va el tiempo y el dinero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37490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Mapa de ineficiencias con impacto económico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4206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 de acción priorizado: qué tocar primero y por qué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4663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Setup de herramientas para tus 3 quick wins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5120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Formación para que seas independiente después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5760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Escríbeme — s.fadda@workless.studio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0" y="5760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 code aquí]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Sabrina Fadda — WorkLess Studio</dc:creator>
  <cp:lastModifiedBy>Sabrina Fadda — WorkLess Studio</cp:lastModifiedBy>
  <cp:revision>1</cp:revision>
  <dcterms:created xsi:type="dcterms:W3CDTF">2026-02-17T15:11:50Z</dcterms:created>
  <dcterms:modified xsi:type="dcterms:W3CDTF">2026-02-17T15:11:50Z</dcterms:modified>
</cp:coreProperties>
</file>