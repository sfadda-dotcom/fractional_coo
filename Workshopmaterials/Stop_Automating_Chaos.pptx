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AUTOMATING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CHAOS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save 5+ hours/week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tools you already have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029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Sabrina Fadda — WorkLess Studio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0" y="1371600"/>
            <a:ext cx="3044952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1E2761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0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FFF0F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everyone tells you: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237744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"Automate everything!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Zapier! Build workflows!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15 tools!"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43891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more chaos, faster.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64592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F0F4FF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0" y="23774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owner wanted to spend €1,500 on automation.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analysis: 80% of her problems were solvable with a €20/month tool she already had.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47548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€1,500 → €20/month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question: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strike="sngStrike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should I automate?"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question: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"Where do I lose time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without realizing it?"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5303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add tools, you need to see clearly.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 Audit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0" y="1828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5 activities you repeat every week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971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2971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minutes each? Be honest.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4114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4114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need MY creativity? Yes or No.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52578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257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5257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74720" y="5257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gold: No creativity + High time = optimize first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12480" y="1828800"/>
            <a:ext cx="3200400" cy="4114800"/>
          </a:xfrm>
          <a:prstGeom prst="roundRect">
            <a:avLst>
              <a:gd name="adj" fmla="val 4286"/>
            </a:avLst>
          </a:prstGeom>
          <a:solidFill>
            <a:srgbClr val="F5F2EE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2103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📋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686800" y="3200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template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sharing now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0" y="4389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honest.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5943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 5 MIN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AI actually does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3 things in 3 minutes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291840" cy="3657600"/>
          </a:xfrm>
          <a:prstGeom prst="roundRect">
            <a:avLst>
              <a:gd name="adj" fmla="val 4167"/>
            </a:avLst>
          </a:prstGeom>
          <a:solidFill>
            <a:srgbClr val="F5F2E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329184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77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Compare documents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200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2 vendor PDFs → structured comparison table in 30 seconds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4937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 sec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291840" cy="3657600"/>
          </a:xfrm>
          <a:prstGeom prst="roundRect">
            <a:avLst>
              <a:gd name="adj" fmla="val 4167"/>
            </a:avLst>
          </a:prstGeom>
          <a:solidFill>
            <a:srgbClr val="F5F2EE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0" y="2011680"/>
            <a:ext cx="329184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377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Translate + reply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3200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French email → get English summary + draft reply in your tone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4937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50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~20 sec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291840" cy="3657600"/>
          </a:xfrm>
          <a:prstGeom prst="roundRect">
            <a:avLst>
              <a:gd name="adj" fmla="val 4167"/>
            </a:avLst>
          </a:prstGeom>
          <a:solidFill>
            <a:srgbClr val="F5F2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0" y="2011680"/>
            <a:ext cx="329184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377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Inbox triage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200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emails → categorized by urgency with action items extracted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4937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~60 sec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Framework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steps. No new tools needed.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96167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what you actually do.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what you think you do.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0" y="2286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9E795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38912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389120" y="39319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required? Yes/No.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time? Yes/No.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0" y="2286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97BC62">
                    <a:alpha val="7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046720" y="3200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CONFIGURE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046720" y="39319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tool you already have.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it YOUR work.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3192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8888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58952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8888"/>
                </a:solidFill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Want me to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 this up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you?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setup session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hours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business, your tools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5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+ your assistant included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0" y="10972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€500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669280" y="2194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investment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0" y="3108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assistant configured for YOUR business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4069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Your tone of voice built 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workflows for your top 3 time drains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Training session so you're independent after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Your team member included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5943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s.fadda@workless.studio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Sabrina Fadda — WorkLess Studio</dc:creator>
  <cp:lastModifiedBy>Sabrina Fadda — WorkLess Studio</cp:lastModifiedBy>
  <cp:revision>1</cp:revision>
  <dcterms:created xsi:type="dcterms:W3CDTF">2026-02-17T14:31:03Z</dcterms:created>
  <dcterms:modified xsi:type="dcterms:W3CDTF">2026-02-17T14:31:03Z</dcterms:modified>
</cp:coreProperties>
</file>